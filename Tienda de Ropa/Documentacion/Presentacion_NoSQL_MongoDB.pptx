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2743200"/>
            <a:ext cx="7315200" cy="1188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-1828800"/>
            <a:ext cx="5486400" cy="914400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NOSQL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TiendaRopa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 como capa de enriquecimiento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experiencia del cliente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5029200"/>
            <a:ext cx="548640" cy="54864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212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tecnica  ·  Proyecto integrador  ·  Base de Datos II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5577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colecciones  ·  $jsonSchema  ·  Time-series  ·  TTL  ·  Vista materializada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dos motores y no uno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Server es el sistema de registro transaccional.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 resuelve lo que el modelo relacional resuelve mal.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1F5F0"/>
          </a:solidFill>
          <a:ln w="9525">
            <a:solidFill>
              <a:srgbClr val="84B5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017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Resenas con estructura variable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opcionales, respuestas embebidas, votos. Modelado relacional implica 3 tablas y JOINs constantes para servir la ficha de producto.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278892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1F5F0"/>
          </a:solidFill>
          <a:ln w="9525">
            <a:solidFill>
              <a:srgbClr val="84B5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3017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0" y="35661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Eventos de comportamiento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443484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Vistas, busquedas, agregados al carrito. Escritura masiva, lectura siempre por ventana de tiempo + dimension. Patron natural de time-series.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278892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1F5F0"/>
          </a:solidFill>
          <a:ln w="9525">
            <a:solidFill>
              <a:srgbClr val="84B5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3017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412480" y="35661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 personalizado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443484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O(1) construida a partir de varias senales. Debe caducar y regenerarse sin intervencion manual. Patron de vista materializada con TTL.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TiendaRopa  ·  Modulo NoSQL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MongoDB toma (y lo que NO)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5740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MONGO TOMA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807208"/>
            <a:ext cx="164592" cy="16459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697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resenas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1560" y="30632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Opiniones de clientes con prueba de compra, respuestas y fotos.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3858768"/>
            <a:ext cx="164592" cy="16459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749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eventos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51560" y="41148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comportamiento web (vistas, busquedas, carrito, abandono).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4910328"/>
            <a:ext cx="164592" cy="16459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800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feed_cliente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51560" y="51663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materializadas listas para servir al cliente.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F1F5F0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05740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QUEDA EN SQL SERVER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0" y="2807208"/>
            <a:ext cx="164592" cy="16459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2697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Clientes y empleados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58000" y="30632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Identidad, contacto, autenticacion.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3858768"/>
            <a:ext cx="164592" cy="16459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3749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Ventas y stock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858000" y="41148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Cabecera, detalle, kardex, umbrales.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4910328"/>
            <a:ext cx="164592" cy="16459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4800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Catalogo y compras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858000" y="51663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Productos, categorias, ordenes a proveedor.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 es capa de enriquecimiento, no reemplazo. La verdad transaccional vive en SQL.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TiendaRopa  ·  Modulo NoSQL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colecciones, tres patrones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37160" cy="12801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011680"/>
            <a:ext cx="11109960" cy="1280160"/>
          </a:xfrm>
          <a:prstGeom prst="roundRect">
            <a:avLst>
              <a:gd name="adj" fmla="val 5714"/>
            </a:avLst>
          </a:prstGeom>
          <a:solidFill>
            <a:srgbClr val="F1F5F0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resenas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0" y="242316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Documento con $jsonSchema, embebidos y referencias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137160" cy="12801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3520440"/>
            <a:ext cx="11109960" cy="1280160"/>
          </a:xfrm>
          <a:prstGeom prst="roundRect">
            <a:avLst>
              <a:gd name="adj" fmla="val 5714"/>
            </a:avLst>
          </a:prstGeom>
          <a:solidFill>
            <a:srgbClr val="F1F5F0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C — capa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40233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eventos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0" y="39319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Time-series con TTL automatico (90 dias)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5029200"/>
            <a:ext cx="137160" cy="12801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5029200"/>
            <a:ext cx="11109960" cy="1280160"/>
          </a:xfrm>
          <a:prstGeom prst="roundRect">
            <a:avLst>
              <a:gd name="adj" fmla="val 5714"/>
            </a:avLst>
          </a:prstGeom>
          <a:solidFill>
            <a:srgbClr val="F1F5F0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212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C — capa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5532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feed_cliente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0" y="544068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Vista materializada con TTL controlado por vigencia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TiendaRopa  ·  Modulo NoSQL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COLECCION 01  ·  resenas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Documento con prueba de compra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un documento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5669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resena agrupa partes obligatorias (rating, fecha, referencias) y partes opcionales (fotos, respuestas, votos). El modelo relacional exigiria 3 tablas y JOINs en cada lectura. MongoDB la guarda como un objeto autocontenido que se sirve con una consulta.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SI se garantiza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4389120"/>
            <a:ext cx="164592" cy="16459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2976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entre 1 y 5 (validador del motor)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4773168"/>
            <a:ext cx="164592" cy="16459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68172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en { publicada, oculta 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5157216"/>
            <a:ext cx="164592" cy="16459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06577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id_producto, id_cliente, id_venta, id_sede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5541264"/>
            <a:ext cx="164592" cy="16459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44982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resena por (cliente, producto, venta) — indice unico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1783080"/>
            <a:ext cx="5303520" cy="4526280"/>
          </a:xfrm>
          <a:prstGeom prst="roundRect">
            <a:avLst>
              <a:gd name="adj" fmla="val 2020"/>
            </a:avLst>
          </a:prstGeom>
          <a:solidFill>
            <a:srgbClr val="0F1B14"/>
          </a:solidFill>
          <a:ln w="12700">
            <a:solidFill>
              <a:srgbClr val="0F1B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874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TIPO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224028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id_producto: 1001,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id_cliente:  4,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id_venta:    37,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id_sede:     1,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rating:      5,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titulo:      'Excelente calidad',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texto:       'La tela es muy buena...',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fotos:       ['url1', 'url2'],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estado:      'publicada',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fecha:       ISODate('2026-06-13'),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respuestas: [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autor: 'tienda',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texto: 'Gracias por tu opinion',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fecha: ISODate('2026-06-14')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TiendaRopa  ·  Modulo NoSQL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COLECCION 01  ·  resenas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Indices y consultas que mueven el negocio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indices, cada uno con razon clara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1F5F0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31720"/>
            <a:ext cx="1463040" cy="8686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3172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246888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{id_cliente, id_producto, id_venta}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0" y="278892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opinion por compra. El motor rechaza el duplicado, no la aplicacion.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364992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1F5F0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364992"/>
            <a:ext cx="1463040" cy="8686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64992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350215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{id_producto, estado, fecha desc}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382219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Resenas publicadas de un producto, recientes primero. La consulta mas frecuente.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398264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1F5F0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398264"/>
            <a:ext cx="1463040" cy="8686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398264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AGREGACION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4535424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{id_producto, rating}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03120" y="4855464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y distribucion de estrellas para la ficha de producto.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0F1B14"/>
          </a:solidFill>
          <a:ln w="12700">
            <a:solidFill>
              <a:srgbClr val="0F1B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532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FICHA DE PRODUCTO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5806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db.resenas.find({ id_producto: 1001, estado: 'publicada' }).sort({ fecha: -1 });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TiendaRopa  ·  Modulo NoSQL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COLECCION 02  ·  eventos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Time-series para el comportamiento del cliente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time-series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5669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eventos web se consultan SIEMPRE por ventana de tiempo + dimension (sede, producto, tipo). MongoDB time-series agrupa fisicamente por metaField + timeField y comprime los buckets. Escritura masiva barata, agregaciones temporales rapidas.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5669280" cy="1097280"/>
          </a:xfrm>
          <a:prstGeom prst="roundRect">
            <a:avLst>
              <a:gd name="adj" fmla="val 6667"/>
            </a:avLst>
          </a:prstGeom>
          <a:solidFill>
            <a:srgbClr val="F1F5F0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9776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2560320" y="402336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DE RETENCION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 via TTL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5166360"/>
            <a:ext cx="5669280" cy="1097280"/>
          </a:xfrm>
          <a:prstGeom prst="roundRect">
            <a:avLst>
              <a:gd name="adj" fmla="val 6667"/>
            </a:avLst>
          </a:prstGeom>
          <a:solidFill>
            <a:srgbClr val="F1F5F0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2120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2560320" y="525780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EVENTO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vista, busqueda, carrito,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abandono, categoria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783080"/>
            <a:ext cx="5303520" cy="4526280"/>
          </a:xfrm>
          <a:prstGeom prst="roundRect">
            <a:avLst>
              <a:gd name="adj" fmla="val 2020"/>
            </a:avLst>
          </a:prstGeom>
          <a:solidFill>
            <a:srgbClr val="0F1B14"/>
          </a:solidFill>
          <a:ln w="12700">
            <a:solidFill>
              <a:srgbClr val="0F1B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874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CONFIGURACION DE LA COLECCION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224028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db.createCollection('eventos',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timeseries: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timeField:   'ts',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metaField:   'meta',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granularity: 'seconds'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expireAfterSeconds: 7776000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documento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ts: ISODate('...'),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meta: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id_sede:     1,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tipo:        'vista_producto',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id_producto: 1001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payload: { categoria: 'Camisas'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E4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TiendaRopa  ·  Modulo NoSQL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COLECCION 02  ·  eventos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pregunta del negocio responde cada consulta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594360" cy="5943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280160" y="192024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F1F5F0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99339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vistos por sede (7 dias)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66560" y="1993392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esta llamando la atencion en cada sucursal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594360" cy="5943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8986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280160" y="2807208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F1F5F0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28803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Busquedas sin resultados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66560" y="28803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quiere el cliente y no tenemos en catalogo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785616"/>
            <a:ext cx="594360" cy="5943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78561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280160" y="3694176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F1F5F0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8760" y="37673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Embudo vista -&gt; carrito -&gt; abandono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66560" y="3767328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se pierden las conversiones del POS web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4672584"/>
            <a:ext cx="594360" cy="5943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67258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280160" y="4581144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F1F5F0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08760" y="4654296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Eventos por hora del dia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66560" y="4654296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uso para planificar promociones y staffing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5559552"/>
            <a:ext cx="594360" cy="5943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55595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280160" y="5468112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F1F5F0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08760" y="5541264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Vistas por categoria por cliente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66560" y="5541264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Senal de afinidad que alimenta el feed personal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TiendaRopa  ·  Modulo NoSQL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COLECCION 03  ·  feed_cliente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Vista materializada con caducidad automatica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equivalente NoSQL de Stock_Actual en SQL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2316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POR CLIENTE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7033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unico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233172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42316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6h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3337560" y="33832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37033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controlado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33172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42316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6217920" y="33832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37033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maximo por feed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98280" y="233172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242316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9098280" y="33832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SENALES PONDERADAS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98280" y="37033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hibrido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343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Patron y ciclo de vida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2920" y="4892040"/>
            <a:ext cx="164592" cy="16459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800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proceso lee el log de eventos y materializa el documento; el front lo lee con un find por id_cliente.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5276088"/>
            <a:ext cx="164592" cy="16459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18464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indice TTL borra el documento en el instante en que vigencia queda en el pasado.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5660136"/>
            <a:ext cx="164592" cy="16459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568696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siguiente visita del cliente activa la regeneracion bajo demanda. Si no vuelve, no se recalcula nada.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6044184"/>
            <a:ext cx="164592" cy="16459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95274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+ upsert garantiza idempotencia: dos regeneraciones simultaneas no corrompen el feed.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TiendaRopa  ·  Modulo NoSQL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COLECCION 03  ·  feed_cliente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cuatro senales del algoritmo de recomendacion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Pesos por hipotesis de intencion de compra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vistos_no_comprados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2395728"/>
            <a:ext cx="7772400" cy="411480"/>
          </a:xfrm>
          <a:prstGeom prst="roundRect">
            <a:avLst>
              <a:gd name="adj" fmla="val 50000"/>
            </a:avLst>
          </a:prstGeom>
          <a:solidFill>
            <a:srgbClr val="F1F5F0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2395728"/>
            <a:ext cx="7772400" cy="41148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38560" y="2377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279806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miro pero no lo compro — intencion directa pendiente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co_visitacion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3172968"/>
            <a:ext cx="7772400" cy="411480"/>
          </a:xfrm>
          <a:prstGeom prst="roundRect">
            <a:avLst>
              <a:gd name="adj" fmla="val 50000"/>
            </a:avLst>
          </a:prstGeom>
          <a:solidFill>
            <a:srgbClr val="F1F5F0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3172968"/>
            <a:ext cx="6217920" cy="41148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0" y="31546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357530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Quienes vieron lo mismo tambien vieron esto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categoria_afin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0" y="3950208"/>
            <a:ext cx="7772400" cy="411480"/>
          </a:xfrm>
          <a:prstGeom prst="roundRect">
            <a:avLst>
              <a:gd name="adj" fmla="val 50000"/>
            </a:avLst>
          </a:prstGeom>
          <a:solidFill>
            <a:srgbClr val="F1F5F0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3950208"/>
            <a:ext cx="4663440" cy="41148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38560" y="3931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74720" y="435254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Afinidad declarada por las propias vistas del cliente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trending_sede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4727448"/>
            <a:ext cx="7772400" cy="411480"/>
          </a:xfrm>
          <a:prstGeom prst="roundRect">
            <a:avLst>
              <a:gd name="adj" fmla="val 50000"/>
            </a:avLst>
          </a:prstGeom>
          <a:solidFill>
            <a:srgbClr val="F1F5F0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4727448"/>
            <a:ext cx="3108960" cy="41148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338560" y="4709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74720" y="512978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local — lo que es tendencia en su sucursal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66928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760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DURAS DESPUES DEL SCORING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" y="6035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no recomendar lo ya comprado     · no recomendar lo agotado en su sede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TiendaRopa  ·  Modulo NoSQL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conviven SQL Server y MongoDB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3474720" cy="4023360"/>
          </a:xfrm>
          <a:prstGeom prst="roundRect">
            <a:avLst>
              <a:gd name="adj" fmla="val 2632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94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Verdad transaccional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7240" y="34930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autenticado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39959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886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pagada con ese producto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44988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real por sede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500176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892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Catalogo y precios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0" y="1920240"/>
            <a:ext cx="3474720" cy="4023360"/>
          </a:xfrm>
          <a:prstGeom prst="roundRect">
            <a:avLst>
              <a:gd name="adj" fmla="val 2632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194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2514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 de orquestacion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4617720" y="34930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venta en SQL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39959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886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resena en Mongo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44988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Enriquece IDs -&gt; nombres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500176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4892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 generarFeed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38160" y="1920240"/>
            <a:ext cx="3474720" cy="4023360"/>
          </a:xfrm>
          <a:prstGeom prst="roundRect">
            <a:avLst>
              <a:gd name="adj" fmla="val 2632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2194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0" y="2514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 de enriquecimiento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8458200" y="34930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Resena auto-contenida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58200" y="39959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0" y="3886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en time-series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458200" y="44988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materializado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458200" y="500176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0" y="4892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automatico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114800" y="3749040"/>
            <a:ext cx="228600" cy="365760"/>
          </a:xfrm>
          <a:prstGeom prst="chevron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55280" y="3749040"/>
            <a:ext cx="228600" cy="365760"/>
          </a:xfrm>
          <a:prstGeom prst="chevron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capa de aplicacion es el unico punto que cruza los dos motores. Cada motor sigue siendo el dueno de su dominio.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TiendaRopa  ·  Modulo NoSQL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el sistema garantiza, no lo que la app valida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532120" cy="1005840"/>
          </a:xfrm>
          <a:prstGeom prst="roundRect">
            <a:avLst>
              <a:gd name="adj" fmla="val 7273"/>
            </a:avLst>
          </a:prstGeom>
          <a:solidFill>
            <a:srgbClr val="F1F5F0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777240" cy="1005840"/>
          </a:xfrm>
          <a:prstGeom prst="rect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Solo el cliente que compro puede resenar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3774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Verificacion en SQL antes del insert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5532120" cy="1005840"/>
          </a:xfrm>
          <a:prstGeom prst="roundRect">
            <a:avLst>
              <a:gd name="adj" fmla="val 7273"/>
            </a:avLst>
          </a:prstGeom>
          <a:solidFill>
            <a:srgbClr val="F1F5F0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971800"/>
            <a:ext cx="777240" cy="1005840"/>
          </a:xfrm>
          <a:prstGeom prst="rect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7180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063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opinion por compra (cliente + producto + venta)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35204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unico compuesto en Mongo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5532120" cy="1005840"/>
          </a:xfrm>
          <a:prstGeom prst="roundRect">
            <a:avLst>
              <a:gd name="adj" fmla="val 7273"/>
            </a:avLst>
          </a:prstGeom>
          <a:solidFill>
            <a:srgbClr val="F1F5F0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114800"/>
            <a:ext cx="777240" cy="1005840"/>
          </a:xfrm>
          <a:prstGeom prst="rect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11480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4206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Rating obligatorio entre 1 y 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46634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 $jsonSchema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5257800"/>
            <a:ext cx="5532120" cy="1005840"/>
          </a:xfrm>
          <a:prstGeom prst="roundRect">
            <a:avLst>
              <a:gd name="adj" fmla="val 7273"/>
            </a:avLst>
          </a:prstGeom>
          <a:solidFill>
            <a:srgbClr val="F1F5F0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5257800"/>
            <a:ext cx="777240" cy="1005840"/>
          </a:xfrm>
          <a:prstGeom prst="rect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25780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5349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Resena oculta no se ve en publico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58064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estado en la consulta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1828800"/>
            <a:ext cx="5532120" cy="1005840"/>
          </a:xfrm>
          <a:prstGeom prst="roundRect">
            <a:avLst>
              <a:gd name="adj" fmla="val 7273"/>
            </a:avLst>
          </a:prstGeom>
          <a:solidFill>
            <a:srgbClr val="F1F5F0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1828800"/>
            <a:ext cx="777240" cy="1005840"/>
          </a:xfrm>
          <a:prstGeom prst="rect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182880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86600" y="1920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Nombres siempre actuales (cliente / producto)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86600" y="23774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 guarda IDs; nombres se resuelven al servir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2971800"/>
            <a:ext cx="5532120" cy="1005840"/>
          </a:xfrm>
          <a:prstGeom prst="roundRect">
            <a:avLst>
              <a:gd name="adj" fmla="val 7273"/>
            </a:avLst>
          </a:prstGeom>
          <a:solidFill>
            <a:srgbClr val="F1F5F0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2971800"/>
            <a:ext cx="777240" cy="1005840"/>
          </a:xfrm>
          <a:prstGeom prst="rect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97180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86600" y="3063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Eventos retenidos 90 dias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86600" y="35204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automatico de la coleccion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4114800"/>
            <a:ext cx="5532120" cy="1005840"/>
          </a:xfrm>
          <a:prstGeom prst="roundRect">
            <a:avLst>
              <a:gd name="adj" fmla="val 7273"/>
            </a:avLst>
          </a:prstGeom>
          <a:solidFill>
            <a:srgbClr val="F1F5F0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2200" y="4114800"/>
            <a:ext cx="777240" cy="1005840"/>
          </a:xfrm>
          <a:prstGeom prst="rect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411480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86600" y="4206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 personalizado caduca a las 6 horas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086600" y="46634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TTL sobre vigencia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72200" y="5257800"/>
            <a:ext cx="5532120" cy="1005840"/>
          </a:xfrm>
          <a:prstGeom prst="roundRect">
            <a:avLst>
              <a:gd name="adj" fmla="val 7273"/>
            </a:avLst>
          </a:prstGeom>
          <a:solidFill>
            <a:srgbClr val="F1F5F0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2200" y="5257800"/>
            <a:ext cx="777240" cy="1005840"/>
          </a:xfrm>
          <a:prstGeom prst="rect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525780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086600" y="5349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recomendar lo agotado en la sede del cliente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086600" y="58064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con Stock_Actual al materializar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TiendaRopa  ·  Modulo NoSQL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se cubren los 50 puntos del modulo NoSQL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Criterio de la rubrica  /  Cobertura del proyecto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548640" cy="5486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188720" y="233172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1F5F0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441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Insercion de datos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8346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01-02 con insercion validada contra SQL via funcion insertarResena.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593592"/>
            <a:ext cx="548640" cy="5486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593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188720" y="3410712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1F5F0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3520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Consulta de datos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391363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03-04-06 con mas de 15 consultas productivas que alimentan UI real.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672584"/>
            <a:ext cx="548640" cy="5486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6725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188720" y="4489704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1F5F0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4599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Uso de estructuras adecuadas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992624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con $jsonSchema, time-series con TTL, vista materializada con TTL.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5751576"/>
            <a:ext cx="548640" cy="5486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57515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188720" y="5568696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1F5F0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567842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Consultas relevantes al negocio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6071616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Histograma de rating, embudo de conversion, top vistos, busquedas fallidas, feed.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TiendaRopa  ·  Modulo NoSQL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 no se incluyo por modernidad.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incluyo por necesidad arquitectonica.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coleccion resuelve un problema que el modelo relacional resolveria mal o a un costo desproporcionado. Cada decision tecnica esta justificada por una razon de negocio: 'una opinion por compra' como indice unico, '90 dias' como retencion de eventos, '6 horas' como contrato de frescura del feed.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5577840"/>
            <a:ext cx="3566160" cy="64008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5778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$jsonSchema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5577840"/>
            <a:ext cx="3566160" cy="64008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55778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time-series + TTL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321040" y="5577840"/>
            <a:ext cx="3566160" cy="64008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55778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vista materializada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Modulo NoSQL — TiendaRopa</dc:title>
  <dc:subject>PptxGenJS Presentation</dc:subject>
  <dc:creator>PptxGenJS</dc:creator>
  <cp:lastModifiedBy>PptxGenJS</cp:lastModifiedBy>
  <cp:revision>1</cp:revision>
  <dcterms:created xsi:type="dcterms:W3CDTF">2026-06-13T10:40:06Z</dcterms:created>
  <dcterms:modified xsi:type="dcterms:W3CDTF">2026-06-13T10:40:06Z</dcterms:modified>
</cp:coreProperties>
</file>